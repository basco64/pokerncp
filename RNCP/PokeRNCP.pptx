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Open Sans 1" charset="1" panose="00000000000000000000"/>
      <p:regular r:id="rId27"/>
    </p:embeddedFont>
    <p:embeddedFont>
      <p:font typeface="Montserrat Bold" charset="1" panose="00000800000000000000"/>
      <p:regular r:id="rId28"/>
    </p:embeddedFont>
    <p:embeddedFont>
      <p:font typeface="Open Sans 2 Bold" charset="1" panose="020B08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3461" y="1673513"/>
            <a:ext cx="13301078" cy="6939974"/>
          </a:xfrm>
          <a:custGeom>
            <a:avLst/>
            <a:gdLst/>
            <a:ahLst/>
            <a:cxnLst/>
            <a:rect r="r" b="b" t="t" l="l"/>
            <a:pathLst>
              <a:path h="6939974" w="13301078">
                <a:moveTo>
                  <a:pt x="0" y="0"/>
                </a:moveTo>
                <a:lnTo>
                  <a:pt x="13301078" y="0"/>
                </a:lnTo>
                <a:lnTo>
                  <a:pt x="13301078" y="6939974"/>
                </a:lnTo>
                <a:lnTo>
                  <a:pt x="0" y="6939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03" r="0" b="-41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79225" y="8972551"/>
            <a:ext cx="5752802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 Xabi Martinez, le 20/11/2025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65244" y="2204922"/>
            <a:ext cx="2294056" cy="2294056"/>
            <a:chOff x="0" y="0"/>
            <a:chExt cx="13716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10124797" y="13716000"/>
                  </a:moveTo>
                  <a:lnTo>
                    <a:pt x="3591203" y="13716000"/>
                  </a:lnTo>
                  <a:cubicBezTo>
                    <a:pt x="2638756" y="13716000"/>
                    <a:pt x="1725320" y="13337642"/>
                    <a:pt x="1051839" y="12664161"/>
                  </a:cubicBezTo>
                  <a:lnTo>
                    <a:pt x="1051839" y="12664161"/>
                  </a:lnTo>
                  <a:cubicBezTo>
                    <a:pt x="378358" y="11990680"/>
                    <a:pt x="0" y="11077243"/>
                    <a:pt x="0" y="10124797"/>
                  </a:cubicBezTo>
                  <a:lnTo>
                    <a:pt x="0" y="3591202"/>
                  </a:lnTo>
                  <a:cubicBezTo>
                    <a:pt x="0" y="2638756"/>
                    <a:pt x="378358" y="1725320"/>
                    <a:pt x="1051839" y="1051839"/>
                  </a:cubicBezTo>
                  <a:lnTo>
                    <a:pt x="1051839" y="1051839"/>
                  </a:lnTo>
                  <a:cubicBezTo>
                    <a:pt x="1725320" y="378358"/>
                    <a:pt x="2638756" y="0"/>
                    <a:pt x="3591202" y="0"/>
                  </a:cubicBezTo>
                  <a:lnTo>
                    <a:pt x="10124797" y="0"/>
                  </a:lnTo>
                  <a:cubicBezTo>
                    <a:pt x="11077243" y="0"/>
                    <a:pt x="11990680" y="378358"/>
                    <a:pt x="12664161" y="1051839"/>
                  </a:cubicBezTo>
                  <a:lnTo>
                    <a:pt x="12664161" y="1051839"/>
                  </a:lnTo>
                  <a:cubicBezTo>
                    <a:pt x="13337642" y="1725320"/>
                    <a:pt x="13716000" y="2638756"/>
                    <a:pt x="13716000" y="3591203"/>
                  </a:cubicBezTo>
                  <a:lnTo>
                    <a:pt x="13716000" y="10124797"/>
                  </a:lnTo>
                  <a:cubicBezTo>
                    <a:pt x="13716000" y="11077243"/>
                    <a:pt x="13337642" y="11990680"/>
                    <a:pt x="12664161" y="12664161"/>
                  </a:cubicBezTo>
                  <a:lnTo>
                    <a:pt x="12664161" y="12664161"/>
                  </a:lnTo>
                  <a:cubicBezTo>
                    <a:pt x="11990680" y="13337642"/>
                    <a:pt x="11077243" y="13716000"/>
                    <a:pt x="10124797" y="1371600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20887" y="2204922"/>
            <a:ext cx="2294056" cy="2294056"/>
            <a:chOff x="0" y="0"/>
            <a:chExt cx="13716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10124797" y="13716000"/>
                  </a:moveTo>
                  <a:lnTo>
                    <a:pt x="3591203" y="13716000"/>
                  </a:lnTo>
                  <a:cubicBezTo>
                    <a:pt x="2638756" y="13716000"/>
                    <a:pt x="1725320" y="13337642"/>
                    <a:pt x="1051839" y="12664161"/>
                  </a:cubicBezTo>
                  <a:lnTo>
                    <a:pt x="1051839" y="12664161"/>
                  </a:lnTo>
                  <a:cubicBezTo>
                    <a:pt x="378358" y="11990680"/>
                    <a:pt x="0" y="11077243"/>
                    <a:pt x="0" y="10124797"/>
                  </a:cubicBezTo>
                  <a:lnTo>
                    <a:pt x="0" y="3591202"/>
                  </a:lnTo>
                  <a:cubicBezTo>
                    <a:pt x="0" y="2638756"/>
                    <a:pt x="378358" y="1725320"/>
                    <a:pt x="1051839" y="1051839"/>
                  </a:cubicBezTo>
                  <a:lnTo>
                    <a:pt x="1051839" y="1051839"/>
                  </a:lnTo>
                  <a:cubicBezTo>
                    <a:pt x="1725320" y="378358"/>
                    <a:pt x="2638756" y="0"/>
                    <a:pt x="3591202" y="0"/>
                  </a:cubicBezTo>
                  <a:lnTo>
                    <a:pt x="10124797" y="0"/>
                  </a:lnTo>
                  <a:cubicBezTo>
                    <a:pt x="11077243" y="0"/>
                    <a:pt x="11990680" y="378358"/>
                    <a:pt x="12664161" y="1051839"/>
                  </a:cubicBezTo>
                  <a:lnTo>
                    <a:pt x="12664161" y="1051839"/>
                  </a:lnTo>
                  <a:cubicBezTo>
                    <a:pt x="13337642" y="1725320"/>
                    <a:pt x="13716000" y="2638756"/>
                    <a:pt x="13716000" y="3591203"/>
                  </a:cubicBezTo>
                  <a:lnTo>
                    <a:pt x="13716000" y="10124797"/>
                  </a:lnTo>
                  <a:cubicBezTo>
                    <a:pt x="13716000" y="11077243"/>
                    <a:pt x="13337642" y="11990680"/>
                    <a:pt x="12664161" y="12664161"/>
                  </a:cubicBezTo>
                  <a:lnTo>
                    <a:pt x="12664161" y="12664161"/>
                  </a:lnTo>
                  <a:cubicBezTo>
                    <a:pt x="11990680" y="13337642"/>
                    <a:pt x="11077243" y="13716000"/>
                    <a:pt x="10124797" y="13716000"/>
                  </a:cubicBezTo>
                  <a:close/>
                </a:path>
              </a:pathLst>
            </a:custGeom>
            <a:blipFill>
              <a:blip r:embed="rId3"/>
              <a:stretch>
                <a:fillRect l="-7432" t="0" r="-7432" b="0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167915" y="4569986"/>
            <a:ext cx="2294056" cy="2294056"/>
            <a:chOff x="0" y="0"/>
            <a:chExt cx="13716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10124797" y="13716000"/>
                  </a:moveTo>
                  <a:lnTo>
                    <a:pt x="3591203" y="13716000"/>
                  </a:lnTo>
                  <a:cubicBezTo>
                    <a:pt x="2638756" y="13716000"/>
                    <a:pt x="1725320" y="13337642"/>
                    <a:pt x="1051839" y="12664161"/>
                  </a:cubicBezTo>
                  <a:lnTo>
                    <a:pt x="1051839" y="12664161"/>
                  </a:lnTo>
                  <a:cubicBezTo>
                    <a:pt x="378358" y="11990680"/>
                    <a:pt x="0" y="11077243"/>
                    <a:pt x="0" y="10124797"/>
                  </a:cubicBezTo>
                  <a:lnTo>
                    <a:pt x="0" y="3591202"/>
                  </a:lnTo>
                  <a:cubicBezTo>
                    <a:pt x="0" y="2638756"/>
                    <a:pt x="378358" y="1725320"/>
                    <a:pt x="1051839" y="1051839"/>
                  </a:cubicBezTo>
                  <a:lnTo>
                    <a:pt x="1051839" y="1051839"/>
                  </a:lnTo>
                  <a:cubicBezTo>
                    <a:pt x="1725320" y="378358"/>
                    <a:pt x="2638756" y="0"/>
                    <a:pt x="3591202" y="0"/>
                  </a:cubicBezTo>
                  <a:lnTo>
                    <a:pt x="10124797" y="0"/>
                  </a:lnTo>
                  <a:cubicBezTo>
                    <a:pt x="11077243" y="0"/>
                    <a:pt x="11990680" y="378358"/>
                    <a:pt x="12664161" y="1051839"/>
                  </a:cubicBezTo>
                  <a:lnTo>
                    <a:pt x="12664161" y="1051839"/>
                  </a:lnTo>
                  <a:cubicBezTo>
                    <a:pt x="13337642" y="1725320"/>
                    <a:pt x="13716000" y="2638756"/>
                    <a:pt x="13716000" y="3591203"/>
                  </a:cubicBezTo>
                  <a:lnTo>
                    <a:pt x="13716000" y="10124797"/>
                  </a:lnTo>
                  <a:cubicBezTo>
                    <a:pt x="13716000" y="11077243"/>
                    <a:pt x="13337642" y="11990680"/>
                    <a:pt x="12664161" y="12664161"/>
                  </a:cubicBezTo>
                  <a:lnTo>
                    <a:pt x="12664161" y="12664161"/>
                  </a:lnTo>
                  <a:cubicBezTo>
                    <a:pt x="11990680" y="13337642"/>
                    <a:pt x="11077243" y="13716000"/>
                    <a:pt x="10124797" y="13716000"/>
                  </a:cubicBezTo>
                  <a:close/>
                </a:path>
              </a:pathLst>
            </a:custGeom>
            <a:blipFill>
              <a:blip r:embed="rId4"/>
              <a:stretch>
                <a:fillRect l="-13175" t="0" r="-13175" b="0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20887" y="6930717"/>
            <a:ext cx="2294056" cy="2294056"/>
            <a:chOff x="0" y="0"/>
            <a:chExt cx="13716000" cy="137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10124797" y="13716000"/>
                  </a:moveTo>
                  <a:lnTo>
                    <a:pt x="3591203" y="13716000"/>
                  </a:lnTo>
                  <a:cubicBezTo>
                    <a:pt x="2638756" y="13716000"/>
                    <a:pt x="1725320" y="13337642"/>
                    <a:pt x="1051839" y="12664161"/>
                  </a:cubicBezTo>
                  <a:lnTo>
                    <a:pt x="1051839" y="12664161"/>
                  </a:lnTo>
                  <a:cubicBezTo>
                    <a:pt x="378358" y="11990680"/>
                    <a:pt x="0" y="11077243"/>
                    <a:pt x="0" y="10124797"/>
                  </a:cubicBezTo>
                  <a:lnTo>
                    <a:pt x="0" y="3591202"/>
                  </a:lnTo>
                  <a:cubicBezTo>
                    <a:pt x="0" y="2638756"/>
                    <a:pt x="378358" y="1725320"/>
                    <a:pt x="1051839" y="1051839"/>
                  </a:cubicBezTo>
                  <a:lnTo>
                    <a:pt x="1051839" y="1051839"/>
                  </a:lnTo>
                  <a:cubicBezTo>
                    <a:pt x="1725320" y="378358"/>
                    <a:pt x="2638756" y="0"/>
                    <a:pt x="3591202" y="0"/>
                  </a:cubicBezTo>
                  <a:lnTo>
                    <a:pt x="10124797" y="0"/>
                  </a:lnTo>
                  <a:cubicBezTo>
                    <a:pt x="11077243" y="0"/>
                    <a:pt x="11990680" y="378358"/>
                    <a:pt x="12664161" y="1051839"/>
                  </a:cubicBezTo>
                  <a:lnTo>
                    <a:pt x="12664161" y="1051839"/>
                  </a:lnTo>
                  <a:cubicBezTo>
                    <a:pt x="13337642" y="1725320"/>
                    <a:pt x="13716000" y="2638756"/>
                    <a:pt x="13716000" y="3591203"/>
                  </a:cubicBezTo>
                  <a:lnTo>
                    <a:pt x="13716000" y="10124797"/>
                  </a:lnTo>
                  <a:cubicBezTo>
                    <a:pt x="13716000" y="11077243"/>
                    <a:pt x="13337642" y="11990680"/>
                    <a:pt x="12664161" y="12664161"/>
                  </a:cubicBezTo>
                  <a:lnTo>
                    <a:pt x="12664161" y="12664161"/>
                  </a:lnTo>
                  <a:cubicBezTo>
                    <a:pt x="11990680" y="13337642"/>
                    <a:pt x="11077243" y="13716000"/>
                    <a:pt x="10124797" y="13716000"/>
                  </a:cubicBezTo>
                  <a:close/>
                </a:path>
              </a:pathLst>
            </a:custGeom>
            <a:blipFill>
              <a:blip r:embed="rId5"/>
              <a:stretch>
                <a:fillRect l="-3040" t="0" r="-3040" b="0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965244" y="6930717"/>
            <a:ext cx="2294056" cy="2294056"/>
            <a:chOff x="0" y="0"/>
            <a:chExt cx="13716000" cy="137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10124797" y="13716000"/>
                  </a:moveTo>
                  <a:lnTo>
                    <a:pt x="3591203" y="13716000"/>
                  </a:lnTo>
                  <a:cubicBezTo>
                    <a:pt x="2638756" y="13716000"/>
                    <a:pt x="1725320" y="13337642"/>
                    <a:pt x="1051839" y="12664161"/>
                  </a:cubicBezTo>
                  <a:lnTo>
                    <a:pt x="1051839" y="12664161"/>
                  </a:lnTo>
                  <a:cubicBezTo>
                    <a:pt x="378358" y="11990680"/>
                    <a:pt x="0" y="11077243"/>
                    <a:pt x="0" y="10124797"/>
                  </a:cubicBezTo>
                  <a:lnTo>
                    <a:pt x="0" y="3591202"/>
                  </a:lnTo>
                  <a:cubicBezTo>
                    <a:pt x="0" y="2638756"/>
                    <a:pt x="378358" y="1725320"/>
                    <a:pt x="1051839" y="1051839"/>
                  </a:cubicBezTo>
                  <a:lnTo>
                    <a:pt x="1051839" y="1051839"/>
                  </a:lnTo>
                  <a:cubicBezTo>
                    <a:pt x="1725320" y="378358"/>
                    <a:pt x="2638756" y="0"/>
                    <a:pt x="3591202" y="0"/>
                  </a:cubicBezTo>
                  <a:lnTo>
                    <a:pt x="10124797" y="0"/>
                  </a:lnTo>
                  <a:cubicBezTo>
                    <a:pt x="11077243" y="0"/>
                    <a:pt x="11990680" y="378358"/>
                    <a:pt x="12664161" y="1051839"/>
                  </a:cubicBezTo>
                  <a:lnTo>
                    <a:pt x="12664161" y="1051839"/>
                  </a:lnTo>
                  <a:cubicBezTo>
                    <a:pt x="13337642" y="1725320"/>
                    <a:pt x="13716000" y="2638756"/>
                    <a:pt x="13716000" y="3591203"/>
                  </a:cubicBezTo>
                  <a:lnTo>
                    <a:pt x="13716000" y="10124797"/>
                  </a:lnTo>
                  <a:cubicBezTo>
                    <a:pt x="13716000" y="11077243"/>
                    <a:pt x="13337642" y="11990680"/>
                    <a:pt x="12664161" y="12664161"/>
                  </a:cubicBezTo>
                  <a:lnTo>
                    <a:pt x="12664161" y="12664161"/>
                  </a:lnTo>
                  <a:cubicBezTo>
                    <a:pt x="11990680" y="13337642"/>
                    <a:pt x="11077243" y="13716000"/>
                    <a:pt x="10124797" y="13716000"/>
                  </a:cubicBezTo>
                  <a:close/>
                </a:path>
              </a:pathLst>
            </a:custGeom>
            <a:blipFill>
              <a:blip r:embed="rId6"/>
              <a:stretch>
                <a:fillRect l="-5405" t="0" r="-5405" b="0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818216" y="4569986"/>
            <a:ext cx="2294056" cy="2294056"/>
            <a:chOff x="0" y="0"/>
            <a:chExt cx="13716000" cy="137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10124797" y="13716000"/>
                  </a:moveTo>
                  <a:lnTo>
                    <a:pt x="3591203" y="13716000"/>
                  </a:lnTo>
                  <a:cubicBezTo>
                    <a:pt x="2638756" y="13716000"/>
                    <a:pt x="1725320" y="13337642"/>
                    <a:pt x="1051839" y="12664161"/>
                  </a:cubicBezTo>
                  <a:lnTo>
                    <a:pt x="1051839" y="12664161"/>
                  </a:lnTo>
                  <a:cubicBezTo>
                    <a:pt x="378358" y="11990680"/>
                    <a:pt x="0" y="11077243"/>
                    <a:pt x="0" y="10124797"/>
                  </a:cubicBezTo>
                  <a:lnTo>
                    <a:pt x="0" y="3591202"/>
                  </a:lnTo>
                  <a:cubicBezTo>
                    <a:pt x="0" y="2638756"/>
                    <a:pt x="378358" y="1725320"/>
                    <a:pt x="1051839" y="1051839"/>
                  </a:cubicBezTo>
                  <a:lnTo>
                    <a:pt x="1051839" y="1051839"/>
                  </a:lnTo>
                  <a:cubicBezTo>
                    <a:pt x="1725320" y="378358"/>
                    <a:pt x="2638756" y="0"/>
                    <a:pt x="3591202" y="0"/>
                  </a:cubicBezTo>
                  <a:lnTo>
                    <a:pt x="10124797" y="0"/>
                  </a:lnTo>
                  <a:cubicBezTo>
                    <a:pt x="11077243" y="0"/>
                    <a:pt x="11990680" y="378358"/>
                    <a:pt x="12664161" y="1051839"/>
                  </a:cubicBezTo>
                  <a:lnTo>
                    <a:pt x="12664161" y="1051839"/>
                  </a:lnTo>
                  <a:cubicBezTo>
                    <a:pt x="13337642" y="1725320"/>
                    <a:pt x="13716000" y="2638756"/>
                    <a:pt x="13716000" y="3591203"/>
                  </a:cubicBezTo>
                  <a:lnTo>
                    <a:pt x="13716000" y="10124797"/>
                  </a:lnTo>
                  <a:cubicBezTo>
                    <a:pt x="13716000" y="11077243"/>
                    <a:pt x="13337642" y="11990680"/>
                    <a:pt x="12664161" y="12664161"/>
                  </a:cubicBezTo>
                  <a:lnTo>
                    <a:pt x="12664161" y="12664161"/>
                  </a:lnTo>
                  <a:cubicBezTo>
                    <a:pt x="11990680" y="13337642"/>
                    <a:pt x="11077243" y="13716000"/>
                    <a:pt x="10124797" y="1371600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0" y="4337053"/>
            <a:ext cx="7461220" cy="145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Organisation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61220" y="544513"/>
            <a:ext cx="1082678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Projet individuel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2655253"/>
            <a:ext cx="7461220" cy="481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Contexte et objectifs du projet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1820276"/>
            <a:ext cx="10826780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Projet : backend en Rust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Objectifs : modéliser, sécuriser, exposer, tester, déployer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Architecture API REST + PostgreSQL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469640"/>
            <a:ext cx="7461220" cy="318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Contraintes du projet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230188"/>
            <a:ext cx="10826780" cy="972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Reconversion + activité professionnelle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Gestion stricte du temps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Rust : courbe d’apprentissage élevée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Approche MVP puis itérations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Documentation rigoureuse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513456"/>
            <a:ext cx="7461220" cy="309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globale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673100"/>
            <a:ext cx="10826780" cy="88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API REST Axum 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PostgreSQL + SQLx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Dual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JWT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Utilisateur &lt;=&gt; API &lt;=&gt; Base de données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Build Docker multi-stage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513456"/>
            <a:ext cx="7461220" cy="151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stories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230188"/>
            <a:ext cx="10826780" cy="972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créer un compte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supprimer son compte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se connecter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se déconnecter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voir son profil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modifier son mot de passe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lister tous les Pokémon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capturer un Pokémon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voir le détail d'un Pokémon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peut rechercher un Pokémon</a:t>
            </a: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par nom ou numéro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2655253"/>
            <a:ext cx="7461220" cy="481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Conception Merise et contraintes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673100"/>
            <a:ext cx="10826780" cy="88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MCD : Users, Pokémon, User_Pokemon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tion N&lt;=&gt;N capturée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Attribut dérivé caught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Contraintes UNIQUE + cascade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Modèle stable &amp; normalisé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15115" y="0"/>
            <a:ext cx="8128956" cy="10287000"/>
          </a:xfrm>
          <a:custGeom>
            <a:avLst/>
            <a:gdLst/>
            <a:ahLst/>
            <a:cxnLst/>
            <a:rect r="r" b="b" t="t" l="l"/>
            <a:pathLst>
              <a:path h="10287000" w="8128956">
                <a:moveTo>
                  <a:pt x="0" y="0"/>
                </a:moveTo>
                <a:lnTo>
                  <a:pt x="8128956" y="0"/>
                </a:lnTo>
                <a:lnTo>
                  <a:pt x="81289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7" t="-6600" r="0" b="-660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61974" y="4284028"/>
            <a:ext cx="2937272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28671" y="20914"/>
            <a:ext cx="9373987" cy="10266086"/>
          </a:xfrm>
          <a:custGeom>
            <a:avLst/>
            <a:gdLst/>
            <a:ahLst/>
            <a:cxnLst/>
            <a:rect r="r" b="b" t="t" l="l"/>
            <a:pathLst>
              <a:path h="10266086" w="9373987">
                <a:moveTo>
                  <a:pt x="0" y="0"/>
                </a:moveTo>
                <a:lnTo>
                  <a:pt x="9373986" y="0"/>
                </a:lnTo>
                <a:lnTo>
                  <a:pt x="9373986" y="10266086"/>
                </a:lnTo>
                <a:lnTo>
                  <a:pt x="0" y="10266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45" t="0" r="-36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68373" y="4284028"/>
            <a:ext cx="2924473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MPD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693737"/>
            <a:chOff x="0" y="0"/>
            <a:chExt cx="4816593" cy="7094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9462"/>
            </a:xfrm>
            <a:custGeom>
              <a:avLst/>
              <a:gdLst/>
              <a:ahLst/>
              <a:cxnLst/>
              <a:rect r="r" b="b" t="t" l="l"/>
              <a:pathLst>
                <a:path h="7094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9462"/>
                  </a:lnTo>
                  <a:lnTo>
                    <a:pt x="0" y="709462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4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52546" y="2693737"/>
            <a:ext cx="7960505" cy="7593263"/>
          </a:xfrm>
          <a:custGeom>
            <a:avLst/>
            <a:gdLst/>
            <a:ahLst/>
            <a:cxnLst/>
            <a:rect r="r" b="b" t="t" l="l"/>
            <a:pathLst>
              <a:path h="7593263" w="7960505">
                <a:moveTo>
                  <a:pt x="0" y="0"/>
                </a:moveTo>
                <a:lnTo>
                  <a:pt x="7960505" y="0"/>
                </a:lnTo>
                <a:lnTo>
                  <a:pt x="7960505" y="7593263"/>
                </a:lnTo>
                <a:lnTo>
                  <a:pt x="0" y="759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49192" y="487396"/>
            <a:ext cx="9789616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Initialisation DB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693737"/>
            <a:chOff x="0" y="0"/>
            <a:chExt cx="4816593" cy="7094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9462"/>
            </a:xfrm>
            <a:custGeom>
              <a:avLst/>
              <a:gdLst/>
              <a:ahLst/>
              <a:cxnLst/>
              <a:rect r="r" b="b" t="t" l="l"/>
              <a:pathLst>
                <a:path h="7094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9462"/>
                  </a:lnTo>
                  <a:lnTo>
                    <a:pt x="0" y="709462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4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693737"/>
            <a:ext cx="9866355" cy="2300568"/>
          </a:xfrm>
          <a:custGeom>
            <a:avLst/>
            <a:gdLst/>
            <a:ahLst/>
            <a:cxnLst/>
            <a:rect r="r" b="b" t="t" l="l"/>
            <a:pathLst>
              <a:path h="2300568" w="9866355">
                <a:moveTo>
                  <a:pt x="0" y="0"/>
                </a:moveTo>
                <a:lnTo>
                  <a:pt x="9866355" y="0"/>
                </a:lnTo>
                <a:lnTo>
                  <a:pt x="9866355" y="2300568"/>
                </a:lnTo>
                <a:lnTo>
                  <a:pt x="0" y="2300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64697" y="5220973"/>
            <a:ext cx="10223303" cy="2617166"/>
          </a:xfrm>
          <a:custGeom>
            <a:avLst/>
            <a:gdLst/>
            <a:ahLst/>
            <a:cxnLst/>
            <a:rect r="r" b="b" t="t" l="l"/>
            <a:pathLst>
              <a:path h="2617166" w="10223303">
                <a:moveTo>
                  <a:pt x="0" y="0"/>
                </a:moveTo>
                <a:lnTo>
                  <a:pt x="10223303" y="0"/>
                </a:lnTo>
                <a:lnTo>
                  <a:pt x="10223303" y="2617166"/>
                </a:lnTo>
                <a:lnTo>
                  <a:pt x="0" y="2617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7628" y="8064807"/>
            <a:ext cx="9883983" cy="2165063"/>
          </a:xfrm>
          <a:custGeom>
            <a:avLst/>
            <a:gdLst/>
            <a:ahLst/>
            <a:cxnLst/>
            <a:rect r="r" b="b" t="t" l="l"/>
            <a:pathLst>
              <a:path h="2165063" w="9883983">
                <a:moveTo>
                  <a:pt x="0" y="0"/>
                </a:moveTo>
                <a:lnTo>
                  <a:pt x="9883983" y="0"/>
                </a:lnTo>
                <a:lnTo>
                  <a:pt x="9883983" y="2165063"/>
                </a:lnTo>
                <a:lnTo>
                  <a:pt x="0" y="2165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82257" y="487396"/>
            <a:ext cx="8123486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Migration DB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4696" y="3469640"/>
            <a:ext cx="5571827" cy="318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Sécurité de l’API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230188"/>
            <a:ext cx="10826780" cy="972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JWT access court / refresh long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Cooki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 HttpOnly, SameSite Lax/Strict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Argon2 pour les mots de passe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Middlewares Axum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Mitigation CSRF (cookies + header)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469640"/>
            <a:ext cx="7461220" cy="318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Flux applicatifs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1116013"/>
            <a:ext cx="10826780" cy="795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Login : validation + tokens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Refresh automat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iqu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Listing Pokémon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Capture (idempotente)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Vé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rifications &amp; permissions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693737"/>
            <a:chOff x="0" y="0"/>
            <a:chExt cx="4816593" cy="7094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9462"/>
            </a:xfrm>
            <a:custGeom>
              <a:avLst/>
              <a:gdLst/>
              <a:ahLst/>
              <a:cxnLst/>
              <a:rect r="r" b="b" t="t" l="l"/>
              <a:pathLst>
                <a:path h="7094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9462"/>
                  </a:lnTo>
                  <a:lnTo>
                    <a:pt x="0" y="709462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4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24101" y="3226807"/>
            <a:ext cx="5435199" cy="6356958"/>
          </a:xfrm>
          <a:custGeom>
            <a:avLst/>
            <a:gdLst/>
            <a:ahLst/>
            <a:cxnLst/>
            <a:rect r="r" b="b" t="t" l="l"/>
            <a:pathLst>
              <a:path h="6356958" w="5435199">
                <a:moveTo>
                  <a:pt x="0" y="0"/>
                </a:moveTo>
                <a:lnTo>
                  <a:pt x="5435199" y="0"/>
                </a:lnTo>
                <a:lnTo>
                  <a:pt x="543519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389818"/>
            <a:ext cx="7670508" cy="6030937"/>
          </a:xfrm>
          <a:custGeom>
            <a:avLst/>
            <a:gdLst/>
            <a:ahLst/>
            <a:cxnLst/>
            <a:rect r="r" b="b" t="t" l="l"/>
            <a:pathLst>
              <a:path h="6030937" w="7670508">
                <a:moveTo>
                  <a:pt x="0" y="0"/>
                </a:moveTo>
                <a:lnTo>
                  <a:pt x="7670508" y="0"/>
                </a:lnTo>
                <a:lnTo>
                  <a:pt x="7670508" y="6030936"/>
                </a:lnTo>
                <a:lnTo>
                  <a:pt x="0" y="6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5957" y="487396"/>
            <a:ext cx="9876086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Extraits de code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479165"/>
            <a:ext cx="7461220" cy="426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et optimisations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1116013"/>
            <a:ext cx="10826780" cy="795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Rust + Tokio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Requêtes c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ompilé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 SQLx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Démarrage : retry DB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Idempotence et LIMIT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Calcul dynamique caught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566797"/>
            <a:ext cx="7461220" cy="299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Qualité et tests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1116013"/>
            <a:ext cx="10826780" cy="795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Tests d’intégration (reqwest)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nextest : exécuti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on rapide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Lint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er clippy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Séparation clean du code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Documentation claire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693737"/>
            <a:chOff x="0" y="0"/>
            <a:chExt cx="4816593" cy="7094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9462"/>
            </a:xfrm>
            <a:custGeom>
              <a:avLst/>
              <a:gdLst/>
              <a:ahLst/>
              <a:cxnLst/>
              <a:rect r="r" b="b" t="t" l="l"/>
              <a:pathLst>
                <a:path h="7094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9462"/>
                  </a:lnTo>
                  <a:lnTo>
                    <a:pt x="0" y="709462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4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11971" y="3304638"/>
            <a:ext cx="15464058" cy="5953662"/>
          </a:xfrm>
          <a:custGeom>
            <a:avLst/>
            <a:gdLst/>
            <a:ahLst/>
            <a:cxnLst/>
            <a:rect r="r" b="b" t="t" l="l"/>
            <a:pathLst>
              <a:path h="5953662" w="15464058">
                <a:moveTo>
                  <a:pt x="0" y="0"/>
                </a:moveTo>
                <a:lnTo>
                  <a:pt x="15464058" y="0"/>
                </a:lnTo>
                <a:lnTo>
                  <a:pt x="15464058" y="5953662"/>
                </a:lnTo>
                <a:lnTo>
                  <a:pt x="0" y="5953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72003" y="487396"/>
            <a:ext cx="3143994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693737"/>
            <a:chOff x="0" y="0"/>
            <a:chExt cx="4816593" cy="7094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9462"/>
            </a:xfrm>
            <a:custGeom>
              <a:avLst/>
              <a:gdLst/>
              <a:ahLst/>
              <a:cxnLst/>
              <a:rect r="r" b="b" t="t" l="l"/>
              <a:pathLst>
                <a:path h="7094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9462"/>
                  </a:lnTo>
                  <a:lnTo>
                    <a:pt x="0" y="709462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47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693737"/>
            <a:ext cx="6616536" cy="7593263"/>
          </a:xfrm>
          <a:custGeom>
            <a:avLst/>
            <a:gdLst/>
            <a:ahLst/>
            <a:cxnLst/>
            <a:rect r="r" b="b" t="t" l="l"/>
            <a:pathLst>
              <a:path h="7593263" w="6616536">
                <a:moveTo>
                  <a:pt x="0" y="0"/>
                </a:moveTo>
                <a:lnTo>
                  <a:pt x="6616536" y="0"/>
                </a:lnTo>
                <a:lnTo>
                  <a:pt x="6616536" y="7593263"/>
                </a:lnTo>
                <a:lnTo>
                  <a:pt x="0" y="759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73133" y="2693737"/>
            <a:ext cx="8643991" cy="7593263"/>
          </a:xfrm>
          <a:custGeom>
            <a:avLst/>
            <a:gdLst/>
            <a:ahLst/>
            <a:cxnLst/>
            <a:rect r="r" b="b" t="t" l="l"/>
            <a:pathLst>
              <a:path h="7593263" w="8643991">
                <a:moveTo>
                  <a:pt x="0" y="0"/>
                </a:moveTo>
                <a:lnTo>
                  <a:pt x="8643991" y="0"/>
                </a:lnTo>
                <a:lnTo>
                  <a:pt x="8643991" y="7593263"/>
                </a:lnTo>
                <a:lnTo>
                  <a:pt x="0" y="759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84678" y="487396"/>
            <a:ext cx="3918645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Crates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637918"/>
            <a:ext cx="7461220" cy="285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8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Déploiement professionnel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1116013"/>
            <a:ext cx="10826780" cy="795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Docker mult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i-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stage Rust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docker-compose (API + DB)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Images légères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Variables d’environnement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Tunnel HTTPS possible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2936561"/>
            <a:ext cx="7461220" cy="426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Compétences RNCP couvertes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673100"/>
            <a:ext cx="10826780" cy="88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Modélisation Merise &amp; SQL relationnel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Dével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opp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ement d’API REST sécurisée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Sécur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ité : hachage, JWT, cookies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Tests, conteneurisation, déploiement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461220" cy="10287000"/>
            <a:chOff x="0" y="0"/>
            <a:chExt cx="19650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50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5095">
                  <a:moveTo>
                    <a:pt x="0" y="0"/>
                  </a:moveTo>
                  <a:lnTo>
                    <a:pt x="1965095" y="0"/>
                  </a:lnTo>
                  <a:lnTo>
                    <a:pt x="196509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6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50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2981" y="4328797"/>
            <a:ext cx="6355259" cy="146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61220" y="1116013"/>
            <a:ext cx="10826780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Projet complet &amp; opérationnel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Rust : fi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abilité</a:t>
            </a: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&amp; rigueur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Approche professionnelle</a:t>
            </a:r>
          </a:p>
          <a:p>
            <a:pPr algn="ctr">
              <a:lnSpc>
                <a:spcPts val="7000"/>
              </a:lnSpc>
            </a:pPr>
          </a:p>
          <a:p>
            <a:pPr algn="ctr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Sécurité &amp; qualité au cœur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61220" y="8371205"/>
            <a:ext cx="108267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</a:t>
            </a:r>
            <a:r>
              <a:rPr lang="en-US" b="true" sz="5199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DAG44wGT-ys</dc:identifier>
  <dcterms:modified xsi:type="dcterms:W3CDTF">2011-08-01T06:04:30Z</dcterms:modified>
  <cp:revision>1</cp:revision>
  <dc:title>PokeRNCP</dc:title>
</cp:coreProperties>
</file>